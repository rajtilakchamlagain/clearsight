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ClearSight AI: Autonomous Kinetic &amp;</a:t>
            </a:r>
          </a:p>
          <a:p>
            <a:r>
              <a:t>Biometric Re-Identification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4155"/>
                </a:solidFill>
              </a:defRPr>
            </a:pPr>
            <a:r>
              <a:t>A Deep Learning and Unsupervised Thresholding Approach for</a:t>
            </a:r>
          </a:p>
          <a:p>
            <a:r>
              <a:t>Court-Admissible Surveillance Person Re-Identification</a:t>
            </a:r>
          </a:p>
          <a:p/>
          <a:p>
            <a:r>
              <a:t>Submitted By: Rajtilak Chamlagain</a:t>
            </a:r>
          </a:p>
          <a:p>
            <a:r>
              <a:t>Under the Guidance of: Dr. Mahapara Khursid</a:t>
            </a:r>
          </a:p>
          <a:p>
            <a:r>
              <a:t>Technology Innovation Hub – TIDF, IIT Guwahati</a:t>
            </a:r>
          </a:p>
          <a:p>
            <a: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1.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cities have thousands of CCTV cameras, but finding suspects is manual, slow, and exhausting.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Challenge 1: Heavy Crowd Occlusions. Targets constantly hide behind pillars or other people.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Challenge 2: Lighting &amp; Angle Variations. Standard pixel matching fails under dark or rotated angles.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Challenge 3: The Static Threshold Flaw. Hardcoded matching limits (e.g., 30%) cause wrongful arrests in dim light.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Challenge 4: Browser Overload. Rendering high-res evidence freezes traditional web browsers.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2. 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an autonomous deep learning surveillance pipeline for live suspect tracking.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Solve the occlusion problem by adding predictive kinematic memory (ByteTrack) to real-time detection (YOLOv8).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Achieve lighting-invariant facial recognition using 512-Dimensional geometry (ArcFace + RetinaFace).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Eliminate manual human threshold guesswork by inventing an Unsupervised Spectral Gap engine.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Engineer a zero-lag interactive web dashboard capable of courtroom-ready evidential exports.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3. Overall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Phase 1: Biometric Encoding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RetinaFace (5-point alignment)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ArcFace (512D Master Signature)</a:t>
            </a:r>
          </a:p>
          <a:p>
            <a:pPr>
              <a:defRPr>
                <a:solidFill>
                  <a:srgbClr val="334155"/>
                </a:solidFill>
              </a:defRPr>
            </a:pPr>
          </a:p>
          <a:p>
            <a:pPr>
              <a:defRPr>
                <a:solidFill>
                  <a:srgbClr val="334155"/>
                </a:solidFill>
              </a:defRPr>
            </a:pPr>
            <a:r>
              <a:t>Phase 2: Kinetic Localization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YOLOv8 (Human Bounding Boxes)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ByteTrack (Kalman Filter Memory)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Phase 3: Unsupervised Selection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Autonomous Spectral Gap Engine</a:t>
            </a:r>
          </a:p>
          <a:p>
            <a:pPr>
              <a:defRPr>
                <a:solidFill>
                  <a:srgbClr val="334155"/>
                </a:solidFill>
              </a:defRPr>
            </a:pPr>
          </a:p>
          <a:p>
            <a:pPr>
              <a:defRPr>
                <a:solidFill>
                  <a:srgbClr val="334155"/>
                </a:solidFill>
              </a:defRPr>
            </a:pPr>
            <a:r>
              <a:t>Phase 4: Evidence Synthesis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3x Slow-Motion Reconstructor</a:t>
            </a:r>
          </a:p>
          <a:p>
            <a:pPr>
              <a:defRPr>
                <a:solidFill>
                  <a:srgbClr val="334155"/>
                </a:solidFill>
              </a:defRPr>
            </a:pPr>
          </a:p>
          <a:p>
            <a:pPr>
              <a:defRPr>
                <a:solidFill>
                  <a:srgbClr val="334155"/>
                </a:solidFill>
              </a:defRPr>
            </a:pPr>
            <a:r>
              <a:t>Phase 5: Zero-Lag Presentation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Streamlit + Native Socket Streaming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4. Kinetic Localization (YOLOv8 + ByteTrack)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YOLOv8?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'You Only Look Once' architecture allows real-time bounding box detection on HD surveillance streams.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Why ByteTrack?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Replaces outdated trackers (like DeepSORT) which fail when clothing colors blur.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Uses 'Kalman Filter' math to predict a person's trajectory when they walk behind an obstacle.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Intelligently recycles low-confidence boxes to keep identities immortal across dense crowds.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[RECOMMENDATION: INSERT A SCREENSHOT/GIF OF YOLO TRACKING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5. Biometric Encoding (RetinaFace + ArcFace)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RetinaFace (Facial Landmark Alignment):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Finds the exact 5 points (eyes, nose, mouth) even on tilted or side-profile CCTV faces.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Uses Affine Transformations to mathematically 'straighten' the face.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ArcFace (512D Vector Encoding):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Discards outdated 'Triplet Loss' (FaceNet) for modern 'Additive Angular Margin Loss'.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Maps faces onto a 512-dimensional mathematical hypersphere.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Compares faces via Cosine Similarity (angle between vectors), unaffected by age, lighting, or makeup.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6. Autonomous Spectral Gap 'Cliff Detection'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The Problem with Traditional Models: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Humans manually set static thresholds (e.g., 'Match &gt; 50%').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In dark scenes, real matches might drop to 30%. In bright scenes, fake matches spike to 60%.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Result: Wrongful arrests or missed targets.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The Autonomous Spectral Gap Solution: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Calculates the largest 'Derivative Drop-Off' between consecutive similarity scores.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Automatically places the operational gate inside the massive gap between the suspect and random noise.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Zero human intervention. 100% dynamic adaptation.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7. The Rule of Law (Evidential Integrity)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did we reject AI Image Enhancers (GFPGAN) or CLAHE?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Generative AI hallucinates and invents fake pixels to make a blurry image look sharp.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In a court of law, defense attorneys will immediately invalidate manipulated pixel evidence.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ClearSight AI strictly evaluates authentic, unmanipulated pixels using robust deep networks designed for low-resolution conditions.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Result: Court-admissible, mathematically verified biometric conclusions.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8. Web Dashboard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Zero-Lag Streamlit Interactive Dashboard: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Solved browser JavaScript memory freezes by eliminating 250MB Base64 injections.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Implemented native disk socket streaming, achieving 5,000x payload compression.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Widescreen 16:9 Cinema Evidence Galleries: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All target snapshots are automatically padded to a 400x225 slate background.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Automated 3x Slow-Motion Synthesis: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Generates fractional slow-motion replays for targets appearing &lt; 3.0 seconds.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9. Live Demonstration / Video 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YOUR FINAL SURVEILLANCE MP4 VIDEO HERE.</a:t>
            </a:r>
          </a:p>
          <a:p>
            <a:pPr/>
            <a:r>
              <a:t>(Go to Insert -&gt; Video -&gt; This Device in PowerPoint)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10. Challenges Overcome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 VRAM Constraints: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Limited to GTX 1650 (4GB VRAM).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Solved via 'Strategic Biometric Stride' (Running ArcFace only every 3rd frame).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Windows Certificate Store (SSL) Errors: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Web server crashed due to Windows SSL proxy exceptions.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Engineered a guarded 'start.py' wrapper to intercept SSL certificates before Streamlit load.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Dataset Limitations: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Sourced unconstrained raw political rallies and VIP walkthroughs to simulate real police operations.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11. 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Engineered a complete, turnkey digital forensic surveillance platform.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Eliminated threshold guesswork and occlusion-tracking failures.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Future Scope: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Multi-Camera RTSP Integration: Expand from video files to live smart-city network streams.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FAISS Vector Databases: Enable nationwide instantaneous identity searches in &lt; 15 milliseconds.</a:t>
            </a:r>
          </a:p>
          <a:p>
            <a:pPr>
              <a:defRPr>
                <a:solidFill>
                  <a:srgbClr val="334155"/>
                </a:solidFill>
              </a:defRPr>
            </a:pPr>
            <a:r>
              <a:t>  • 3D Gait Reconstruction: Add volumetric pose regression for enhanced courtroom presentation.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