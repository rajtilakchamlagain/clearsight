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Arial"/>
              </a:defRPr>
            </a:pPr>
            <a:r>
              <a:t>ClearSight AI</a:t>
            </a:r>
          </a:p>
          <a:p>
            <a:pPr algn="ctr">
              <a:spcBef>
                <a:spcPts val="2000"/>
              </a:spcBef>
              <a:defRPr sz="3200">
                <a:solidFill>
                  <a:srgbClr val="F8FAFC"/>
                </a:solidFill>
              </a:defRPr>
            </a:pPr>
            <a:r>
              <a:t>Autonomous Kinetic &amp; Biometric Re-Identification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Submitted By: Rajtilak Chamlagain</a:t>
            </a:r>
            <a:br/>
            <a:r>
              <a:t>Under Guidance of: Dr. Mahapara Khursid</a:t>
            </a:r>
            <a:br/>
            <a:r>
              <a:t>TIH–TIDF, IIT Guwahati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The Surveillance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Crowd Occlusions: Targets hide behind pillars; basic trackers lose identity.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Environmental Chaos: Shadows and steep angles destroy standard pixel matching.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Static Thresholds: Guessing match limits causes false arrests in the dark.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Browser Overload: Traditional Base64 evidence rendering freezes police laptops.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5-Phase 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Phase 1: Biometric Encoding (RetinaFace + ArcFace)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Phase 2: Kinetic Localization (YOLOv8 + ByteTrack)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Phase 3: Unsupervised Selection (Autonomous Spectral Gap Engine)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Phase 4: Evidence Synthesis (3x Slow-Motion Reconstructor)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Phase 5: Zero-Lag UI (Streamlit + Native Disk Sockets)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Solving Crowd Occlusion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YOLOv8: Real-time bounding box detection.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ByteTrack: Uses Kalman Filters to predict movement during occlusion.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Result: Target IDs stay alive even when completely hidden by crowds!</a:t>
            </a:r>
          </a:p>
        </p:txBody>
      </p:sp>
      <p:pic>
        <p:nvPicPr>
          <p:cNvPr id="4" name="Picture 3" descr="Graph_2_Kinetic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Biometric Invariance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RetinaFace: 5-point alignment straightens tilted faces automatically.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ArcFace 512D: Rejects FaceNet. Maps faces to a strict mathematical sphere.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Result: 90%+ Accuracy maintained in low light and heavy makeup.</a:t>
            </a:r>
          </a:p>
        </p:txBody>
      </p:sp>
      <p:pic>
        <p:nvPicPr>
          <p:cNvPr id="4" name="Picture 3" descr="Graph_3_Biometric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Autonomous Spectral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Humans manually guessing match thresholds is a legal liability.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Algorithm calculates the Maximal Derivative Drop-Off between scores.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Autonomously locks the threshold gate without human bias.</a:t>
            </a:r>
          </a:p>
        </p:txBody>
      </p:sp>
      <p:pic>
        <p:nvPicPr>
          <p:cNvPr id="4" name="Picture 3" descr="Graph_1_Spectral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The Rule of Law (Why NO GenAI?)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Generative AI (GFPGAN) hallucinates fake pixels to sharpen blurry faces.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Defense attorneys will successfully argue the evidence is manipulated.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ClearSight strictly computes against authentic, unmanipulated pixels.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Proves we don't need AI enhancements to confidently catch suspects.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Zero-Lag Courtroom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Old web frameworks inject Base64 video into DOM, consuming 250MB+ RAM.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ClearSight utilizes Native Disk Sockets, shrinking payload to 0.05MB.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Achieves a staggering 5,000x Payload Compression, preventing browser freezes.</a:t>
            </a:r>
          </a:p>
        </p:txBody>
      </p:sp>
      <p:pic>
        <p:nvPicPr>
          <p:cNvPr id="4" name="Picture 3" descr="Graph_4_RAM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Live Demonstration / Video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8FAFC"/>
                </a:solidFill>
              </a:defRPr>
            </a:pPr>
            <a:r>
              <a:t>[ INSERT YOUR OUTPUT.MP4 VIDEO HERE ]</a:t>
            </a:r>
            <a:br/>
            <a:r>
              <a:t>Go to Insert -&gt; Video -&gt; This Device in PowerPoint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Delivered a turnkey digital forensic tool integrating tracking, biometrics, and autonomous math.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Overcame hardware VRAM limits (GTX 1650) via 'Strategic Biometric Stride'.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Future: Scale to Smart-City RTSP networks.</a:t>
            </a:r>
          </a:p>
          <a:p>
            <a:pPr>
              <a:spcAft>
                <a:spcPts val="14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Future: FAISS Vector Databases for nationwide indexing in &lt;15ms.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</a:defRPr>
            </a:pPr>
            <a:r>
              <a:t>Thank You</a:t>
            </a:r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